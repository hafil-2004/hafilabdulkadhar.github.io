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9" r:id="rId2"/>
    <p:sldId id="257" r:id="rId3"/>
    <p:sldId id="258" r:id="rId4"/>
    <p:sldId id="259" r:id="rId5"/>
    <p:sldId id="260" r:id="rId6"/>
    <p:sldId id="263" r:id="rId7"/>
    <p:sldId id="265" r:id="rId8"/>
    <p:sldId id="266" r:id="rId9"/>
    <p:sldId id="267"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7421AE-618C-4C10-8BB4-E077AB98A1CB}" v="10" dt="2024-06-07T06:23:08.9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fil A" userId="7b99caf8e782a508" providerId="LiveId" clId="{1C7421AE-618C-4C10-8BB4-E077AB98A1CB}"/>
    <pc:docChg chg="custSel addSld delSld modSld sldOrd">
      <pc:chgData name="Hafil A" userId="7b99caf8e782a508" providerId="LiveId" clId="{1C7421AE-618C-4C10-8BB4-E077AB98A1CB}" dt="2024-06-07T06:23:17.180" v="172" actId="20577"/>
      <pc:docMkLst>
        <pc:docMk/>
      </pc:docMkLst>
      <pc:sldChg chg="del">
        <pc:chgData name="Hafil A" userId="7b99caf8e782a508" providerId="LiveId" clId="{1C7421AE-618C-4C10-8BB4-E077AB98A1CB}" dt="2024-06-07T06:23:12.863" v="170" actId="47"/>
        <pc:sldMkLst>
          <pc:docMk/>
          <pc:sldMk cId="3192899296" sldId="256"/>
        </pc:sldMkLst>
      </pc:sldChg>
      <pc:sldChg chg="addSp delSp modSp mod">
        <pc:chgData name="Hafil A" userId="7b99caf8e782a508" providerId="LiveId" clId="{1C7421AE-618C-4C10-8BB4-E077AB98A1CB}" dt="2024-06-07T05:27:04.208" v="23" actId="1076"/>
        <pc:sldMkLst>
          <pc:docMk/>
          <pc:sldMk cId="978090126" sldId="257"/>
        </pc:sldMkLst>
        <pc:spChg chg="add mod">
          <ac:chgData name="Hafil A" userId="7b99caf8e782a508" providerId="LiveId" clId="{1C7421AE-618C-4C10-8BB4-E077AB98A1CB}" dt="2024-06-07T05:27:04.208" v="23" actId="1076"/>
          <ac:spMkLst>
            <pc:docMk/>
            <pc:sldMk cId="978090126" sldId="257"/>
            <ac:spMk id="3" creationId="{BE758281-2683-5CD5-764E-5BDA1EFA526C}"/>
          </ac:spMkLst>
        </pc:spChg>
        <pc:picChg chg="add mod">
          <ac:chgData name="Hafil A" userId="7b99caf8e782a508" providerId="LiveId" clId="{1C7421AE-618C-4C10-8BB4-E077AB98A1CB}" dt="2024-06-07T05:25:19.347" v="9" actId="1076"/>
          <ac:picMkLst>
            <pc:docMk/>
            <pc:sldMk cId="978090126" sldId="257"/>
            <ac:picMk id="2" creationId="{EA937E2F-59E4-8679-A26D-46AE94846B7E}"/>
          </ac:picMkLst>
        </pc:picChg>
        <pc:picChg chg="del">
          <ac:chgData name="Hafil A" userId="7b99caf8e782a508" providerId="LiveId" clId="{1C7421AE-618C-4C10-8BB4-E077AB98A1CB}" dt="2024-06-07T05:25:13.499" v="8" actId="478"/>
          <ac:picMkLst>
            <pc:docMk/>
            <pc:sldMk cId="978090126" sldId="257"/>
            <ac:picMk id="5" creationId="{9F4E61E9-C50F-0453-D87A-48366778C201}"/>
          </ac:picMkLst>
        </pc:picChg>
      </pc:sldChg>
      <pc:sldChg chg="addSp delSp modSp mod">
        <pc:chgData name="Hafil A" userId="7b99caf8e782a508" providerId="LiveId" clId="{1C7421AE-618C-4C10-8BB4-E077AB98A1CB}" dt="2024-06-07T05:45:23.476" v="27"/>
        <pc:sldMkLst>
          <pc:docMk/>
          <pc:sldMk cId="3375582096" sldId="258"/>
        </pc:sldMkLst>
        <pc:spChg chg="add mod">
          <ac:chgData name="Hafil A" userId="7b99caf8e782a508" providerId="LiveId" clId="{1C7421AE-618C-4C10-8BB4-E077AB98A1CB}" dt="2024-06-07T05:27:11.010" v="24"/>
          <ac:spMkLst>
            <pc:docMk/>
            <pc:sldMk cId="3375582096" sldId="258"/>
            <ac:spMk id="4" creationId="{93E83786-FED1-7D8F-D059-5AB3BCBAC641}"/>
          </ac:spMkLst>
        </pc:spChg>
        <pc:picChg chg="add del mod">
          <ac:chgData name="Hafil A" userId="7b99caf8e782a508" providerId="LiveId" clId="{1C7421AE-618C-4C10-8BB4-E077AB98A1CB}" dt="2024-06-07T05:44:33.909" v="26" actId="478"/>
          <ac:picMkLst>
            <pc:docMk/>
            <pc:sldMk cId="3375582096" sldId="258"/>
            <ac:picMk id="3" creationId="{1B7A0C4F-426C-B1C8-4693-D1808C7D9BB3}"/>
          </ac:picMkLst>
        </pc:picChg>
        <pc:picChg chg="del">
          <ac:chgData name="Hafil A" userId="7b99caf8e782a508" providerId="LiveId" clId="{1C7421AE-618C-4C10-8BB4-E077AB98A1CB}" dt="2024-06-07T05:24:47.804" v="3" actId="478"/>
          <ac:picMkLst>
            <pc:docMk/>
            <pc:sldMk cId="3375582096" sldId="258"/>
            <ac:picMk id="5" creationId="{9F4E61E9-C50F-0453-D87A-48366778C201}"/>
          </ac:picMkLst>
        </pc:picChg>
        <pc:picChg chg="add mod">
          <ac:chgData name="Hafil A" userId="7b99caf8e782a508" providerId="LiveId" clId="{1C7421AE-618C-4C10-8BB4-E077AB98A1CB}" dt="2024-06-07T05:44:31.580" v="25"/>
          <ac:picMkLst>
            <pc:docMk/>
            <pc:sldMk cId="3375582096" sldId="258"/>
            <ac:picMk id="7" creationId="{73BCD2E9-5C40-C9F5-A432-E83BABBB786A}"/>
          </ac:picMkLst>
        </pc:picChg>
        <pc:picChg chg="add mod">
          <ac:chgData name="Hafil A" userId="7b99caf8e782a508" providerId="LiveId" clId="{1C7421AE-618C-4C10-8BB4-E077AB98A1CB}" dt="2024-06-07T05:45:23.476" v="27"/>
          <ac:picMkLst>
            <pc:docMk/>
            <pc:sldMk cId="3375582096" sldId="258"/>
            <ac:picMk id="9" creationId="{71F78816-11B7-7BE7-59AC-FAB13E5A495E}"/>
          </ac:picMkLst>
        </pc:picChg>
      </pc:sldChg>
      <pc:sldChg chg="addSp delSp modSp mod">
        <pc:chgData name="Hafil A" userId="7b99caf8e782a508" providerId="LiveId" clId="{1C7421AE-618C-4C10-8BB4-E077AB98A1CB}" dt="2024-06-07T05:57:25.526" v="30" actId="1076"/>
        <pc:sldMkLst>
          <pc:docMk/>
          <pc:sldMk cId="2895943153" sldId="259"/>
        </pc:sldMkLst>
        <pc:picChg chg="add mod">
          <ac:chgData name="Hafil A" userId="7b99caf8e782a508" providerId="LiveId" clId="{1C7421AE-618C-4C10-8BB4-E077AB98A1CB}" dt="2024-06-07T05:57:25.526" v="30" actId="1076"/>
          <ac:picMkLst>
            <pc:docMk/>
            <pc:sldMk cId="2895943153" sldId="259"/>
            <ac:picMk id="3" creationId="{6951F93C-C9C2-F045-A890-3DA242CE6151}"/>
          </ac:picMkLst>
        </pc:picChg>
        <pc:picChg chg="del">
          <ac:chgData name="Hafil A" userId="7b99caf8e782a508" providerId="LiveId" clId="{1C7421AE-618C-4C10-8BB4-E077AB98A1CB}" dt="2024-06-07T05:57:21.129" v="29" actId="478"/>
          <ac:picMkLst>
            <pc:docMk/>
            <pc:sldMk cId="2895943153" sldId="259"/>
            <ac:picMk id="2050" creationId="{D4666D72-8BFF-E65F-CEF1-DDB64993DC18}"/>
          </ac:picMkLst>
        </pc:picChg>
      </pc:sldChg>
      <pc:sldChg chg="addSp delSp modSp mod">
        <pc:chgData name="Hafil A" userId="7b99caf8e782a508" providerId="LiveId" clId="{1C7421AE-618C-4C10-8BB4-E077AB98A1CB}" dt="2024-06-07T06:10:59.078" v="35" actId="14100"/>
        <pc:sldMkLst>
          <pc:docMk/>
          <pc:sldMk cId="2088630001" sldId="260"/>
        </pc:sldMkLst>
        <pc:picChg chg="add mod">
          <ac:chgData name="Hafil A" userId="7b99caf8e782a508" providerId="LiveId" clId="{1C7421AE-618C-4C10-8BB4-E077AB98A1CB}" dt="2024-06-07T06:10:59.078" v="35" actId="14100"/>
          <ac:picMkLst>
            <pc:docMk/>
            <pc:sldMk cId="2088630001" sldId="260"/>
            <ac:picMk id="3" creationId="{6E625041-1CE6-6EF6-A8A4-F24694C389DA}"/>
          </ac:picMkLst>
        </pc:picChg>
        <pc:picChg chg="del">
          <ac:chgData name="Hafil A" userId="7b99caf8e782a508" providerId="LiveId" clId="{1C7421AE-618C-4C10-8BB4-E077AB98A1CB}" dt="2024-06-07T06:10:53.881" v="33" actId="478"/>
          <ac:picMkLst>
            <pc:docMk/>
            <pc:sldMk cId="2088630001" sldId="260"/>
            <ac:picMk id="3076" creationId="{E5870624-65FD-3197-3305-7601FEDBC82F}"/>
          </ac:picMkLst>
        </pc:picChg>
      </pc:sldChg>
      <pc:sldChg chg="del">
        <pc:chgData name="Hafil A" userId="7b99caf8e782a508" providerId="LiveId" clId="{1C7421AE-618C-4C10-8BB4-E077AB98A1CB}" dt="2024-06-07T06:08:00.118" v="31" actId="2696"/>
        <pc:sldMkLst>
          <pc:docMk/>
          <pc:sldMk cId="2431784156" sldId="261"/>
        </pc:sldMkLst>
      </pc:sldChg>
      <pc:sldChg chg="del">
        <pc:chgData name="Hafil A" userId="7b99caf8e782a508" providerId="LiveId" clId="{1C7421AE-618C-4C10-8BB4-E077AB98A1CB}" dt="2024-06-07T06:11:05.578" v="36" actId="47"/>
        <pc:sldMkLst>
          <pc:docMk/>
          <pc:sldMk cId="3870265484" sldId="262"/>
        </pc:sldMkLst>
      </pc:sldChg>
      <pc:sldChg chg="modSp mod">
        <pc:chgData name="Hafil A" userId="7b99caf8e782a508" providerId="LiveId" clId="{1C7421AE-618C-4C10-8BB4-E077AB98A1CB}" dt="2024-06-07T06:14:26.852" v="41" actId="20577"/>
        <pc:sldMkLst>
          <pc:docMk/>
          <pc:sldMk cId="3438237394" sldId="263"/>
        </pc:sldMkLst>
        <pc:spChg chg="mod">
          <ac:chgData name="Hafil A" userId="7b99caf8e782a508" providerId="LiveId" clId="{1C7421AE-618C-4C10-8BB4-E077AB98A1CB}" dt="2024-06-07T06:14:26.852" v="41" actId="20577"/>
          <ac:spMkLst>
            <pc:docMk/>
            <pc:sldMk cId="3438237394" sldId="263"/>
            <ac:spMk id="5" creationId="{437ECDE0-6C3F-A129-788A-1802292A04B3}"/>
          </ac:spMkLst>
        </pc:spChg>
      </pc:sldChg>
      <pc:sldChg chg="modSp mod">
        <pc:chgData name="Hafil A" userId="7b99caf8e782a508" providerId="LiveId" clId="{1C7421AE-618C-4C10-8BB4-E077AB98A1CB}" dt="2024-06-07T06:14:10.971" v="40" actId="20577"/>
        <pc:sldMkLst>
          <pc:docMk/>
          <pc:sldMk cId="272067736" sldId="265"/>
        </pc:sldMkLst>
        <pc:spChg chg="mod">
          <ac:chgData name="Hafil A" userId="7b99caf8e782a508" providerId="LiveId" clId="{1C7421AE-618C-4C10-8BB4-E077AB98A1CB}" dt="2024-06-07T06:14:10.971" v="40" actId="20577"/>
          <ac:spMkLst>
            <pc:docMk/>
            <pc:sldMk cId="272067736" sldId="265"/>
            <ac:spMk id="5" creationId="{437ECDE0-6C3F-A129-788A-1802292A04B3}"/>
          </ac:spMkLst>
        </pc:spChg>
      </pc:sldChg>
      <pc:sldChg chg="modSp mod">
        <pc:chgData name="Hafil A" userId="7b99caf8e782a508" providerId="LiveId" clId="{1C7421AE-618C-4C10-8BB4-E077AB98A1CB}" dt="2024-06-07T06:15:34.765" v="43" actId="20577"/>
        <pc:sldMkLst>
          <pc:docMk/>
          <pc:sldMk cId="3514216794" sldId="266"/>
        </pc:sldMkLst>
        <pc:spChg chg="mod">
          <ac:chgData name="Hafil A" userId="7b99caf8e782a508" providerId="LiveId" clId="{1C7421AE-618C-4C10-8BB4-E077AB98A1CB}" dt="2024-06-07T06:15:34.765" v="43" actId="20577"/>
          <ac:spMkLst>
            <pc:docMk/>
            <pc:sldMk cId="3514216794" sldId="266"/>
            <ac:spMk id="3" creationId="{3C443C86-1934-FFE1-7570-89F53056245B}"/>
          </ac:spMkLst>
        </pc:spChg>
      </pc:sldChg>
      <pc:sldChg chg="modSp mod">
        <pc:chgData name="Hafil A" userId="7b99caf8e782a508" providerId="LiveId" clId="{1C7421AE-618C-4C10-8BB4-E077AB98A1CB}" dt="2024-06-07T06:19:05.896" v="168" actId="20577"/>
        <pc:sldMkLst>
          <pc:docMk/>
          <pc:sldMk cId="4160076609" sldId="267"/>
        </pc:sldMkLst>
        <pc:spChg chg="mod">
          <ac:chgData name="Hafil A" userId="7b99caf8e782a508" providerId="LiveId" clId="{1C7421AE-618C-4C10-8BB4-E077AB98A1CB}" dt="2024-06-07T06:19:05.896" v="168" actId="20577"/>
          <ac:spMkLst>
            <pc:docMk/>
            <pc:sldMk cId="4160076609" sldId="267"/>
            <ac:spMk id="3" creationId="{3C443C86-1934-FFE1-7570-89F53056245B}"/>
          </ac:spMkLst>
        </pc:spChg>
      </pc:sldChg>
      <pc:sldChg chg="ord">
        <pc:chgData name="Hafil A" userId="7b99caf8e782a508" providerId="LiveId" clId="{1C7421AE-618C-4C10-8BB4-E077AB98A1CB}" dt="2024-05-23T14:08:20.354" v="1"/>
        <pc:sldMkLst>
          <pc:docMk/>
          <pc:sldMk cId="213460917" sldId="268"/>
        </pc:sldMkLst>
      </pc:sldChg>
      <pc:sldChg chg="modSp add mod">
        <pc:chgData name="Hafil A" userId="7b99caf8e782a508" providerId="LiveId" clId="{1C7421AE-618C-4C10-8BB4-E077AB98A1CB}" dt="2024-06-07T06:23:17.180" v="172" actId="20577"/>
        <pc:sldMkLst>
          <pc:docMk/>
          <pc:sldMk cId="2157663017" sldId="269"/>
        </pc:sldMkLst>
        <pc:spChg chg="mod">
          <ac:chgData name="Hafil A" userId="7b99caf8e782a508" providerId="LiveId" clId="{1C7421AE-618C-4C10-8BB4-E077AB98A1CB}" dt="2024-06-07T06:23:17.180" v="172" actId="20577"/>
          <ac:spMkLst>
            <pc:docMk/>
            <pc:sldMk cId="2157663017" sldId="269"/>
            <ac:spMk id="2" creationId="{EDD861AA-B0AD-68AA-574D-441269C68FD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EB218CE-82D1-461E-B6BE-8BAC9203CE76}" type="datetimeFigureOut">
              <a:rPr lang="en-IN" smtClean="0"/>
              <a:t>07-06-2024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562942-6EB5-44AF-86CA-1233D6743455}"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6033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B218CE-82D1-461E-B6BE-8BAC9203CE76}" type="datetimeFigureOut">
              <a:rPr lang="en-IN" smtClean="0"/>
              <a:t>07-06-2024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562942-6EB5-44AF-86CA-1233D6743455}" type="slidenum">
              <a:rPr lang="en-IN" smtClean="0"/>
              <a:t>‹#›</a:t>
            </a:fld>
            <a:endParaRPr lang="en-IN"/>
          </a:p>
        </p:txBody>
      </p:sp>
    </p:spTree>
    <p:extLst>
      <p:ext uri="{BB962C8B-B14F-4D97-AF65-F5344CB8AC3E}">
        <p14:creationId xmlns:p14="http://schemas.microsoft.com/office/powerpoint/2010/main" val="965456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B218CE-82D1-461E-B6BE-8BAC9203CE76}" type="datetimeFigureOut">
              <a:rPr lang="en-IN" smtClean="0"/>
              <a:t>07-06-2024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562942-6EB5-44AF-86CA-1233D6743455}"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8765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B218CE-82D1-461E-B6BE-8BAC9203CE76}" type="datetimeFigureOut">
              <a:rPr lang="en-IN" smtClean="0"/>
              <a:t>07-06-2024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562942-6EB5-44AF-86CA-1233D6743455}" type="slidenum">
              <a:rPr lang="en-IN" smtClean="0"/>
              <a:t>‹#›</a:t>
            </a:fld>
            <a:endParaRPr lang="en-IN"/>
          </a:p>
        </p:txBody>
      </p:sp>
    </p:spTree>
    <p:extLst>
      <p:ext uri="{BB962C8B-B14F-4D97-AF65-F5344CB8AC3E}">
        <p14:creationId xmlns:p14="http://schemas.microsoft.com/office/powerpoint/2010/main" val="2895100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B218CE-82D1-461E-B6BE-8BAC9203CE76}" type="datetimeFigureOut">
              <a:rPr lang="en-IN" smtClean="0"/>
              <a:t>07-06-2024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5562942-6EB5-44AF-86CA-1233D6743455}" type="slidenum">
              <a:rPr lang="en-IN" smtClean="0"/>
              <a:t>‹#›</a:t>
            </a:fld>
            <a:endParaRPr lang="en-IN"/>
          </a:p>
        </p:txBody>
      </p:sp>
    </p:spTree>
    <p:extLst>
      <p:ext uri="{BB962C8B-B14F-4D97-AF65-F5344CB8AC3E}">
        <p14:creationId xmlns:p14="http://schemas.microsoft.com/office/powerpoint/2010/main" val="210426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EB218CE-82D1-461E-B6BE-8BAC9203CE76}" type="datetimeFigureOut">
              <a:rPr lang="en-IN" smtClean="0"/>
              <a:t>07-06-2024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5562942-6EB5-44AF-86CA-1233D6743455}" type="slidenum">
              <a:rPr lang="en-IN" smtClean="0"/>
              <a:t>‹#›</a:t>
            </a:fld>
            <a:endParaRPr lang="en-IN"/>
          </a:p>
        </p:txBody>
      </p:sp>
    </p:spTree>
    <p:extLst>
      <p:ext uri="{BB962C8B-B14F-4D97-AF65-F5344CB8AC3E}">
        <p14:creationId xmlns:p14="http://schemas.microsoft.com/office/powerpoint/2010/main" val="2468350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EB218CE-82D1-461E-B6BE-8BAC9203CE76}" type="datetimeFigureOut">
              <a:rPr lang="en-IN" smtClean="0"/>
              <a:t>07-06-2024</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65562942-6EB5-44AF-86CA-1233D6743455}" type="slidenum">
              <a:rPr lang="en-IN" smtClean="0"/>
              <a:t>‹#›</a:t>
            </a:fld>
            <a:endParaRPr lang="en-IN"/>
          </a:p>
        </p:txBody>
      </p:sp>
    </p:spTree>
    <p:extLst>
      <p:ext uri="{BB962C8B-B14F-4D97-AF65-F5344CB8AC3E}">
        <p14:creationId xmlns:p14="http://schemas.microsoft.com/office/powerpoint/2010/main" val="3225377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EB218CE-82D1-461E-B6BE-8BAC9203CE76}" type="datetimeFigureOut">
              <a:rPr lang="en-IN" smtClean="0"/>
              <a:t>07-06-2024</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5562942-6EB5-44AF-86CA-1233D6743455}" type="slidenum">
              <a:rPr lang="en-IN" smtClean="0"/>
              <a:t>‹#›</a:t>
            </a:fld>
            <a:endParaRPr lang="en-IN"/>
          </a:p>
        </p:txBody>
      </p:sp>
    </p:spTree>
    <p:extLst>
      <p:ext uri="{BB962C8B-B14F-4D97-AF65-F5344CB8AC3E}">
        <p14:creationId xmlns:p14="http://schemas.microsoft.com/office/powerpoint/2010/main" val="2746951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B218CE-82D1-461E-B6BE-8BAC9203CE76}" type="datetimeFigureOut">
              <a:rPr lang="en-IN" smtClean="0"/>
              <a:t>07-06-2024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562942-6EB5-44AF-86CA-1233D6743455}" type="slidenum">
              <a:rPr lang="en-IN" smtClean="0"/>
              <a:t>‹#›</a:t>
            </a:fld>
            <a:endParaRPr lang="en-IN"/>
          </a:p>
        </p:txBody>
      </p:sp>
    </p:spTree>
    <p:extLst>
      <p:ext uri="{BB962C8B-B14F-4D97-AF65-F5344CB8AC3E}">
        <p14:creationId xmlns:p14="http://schemas.microsoft.com/office/powerpoint/2010/main" val="2508832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B218CE-82D1-461E-B6BE-8BAC9203CE76}" type="datetimeFigureOut">
              <a:rPr lang="en-IN" smtClean="0"/>
              <a:t>07-06-2024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562942-6EB5-44AF-86CA-1233D6743455}" type="slidenum">
              <a:rPr lang="en-IN" smtClean="0"/>
              <a:t>‹#›</a:t>
            </a:fld>
            <a:endParaRPr lang="en-IN"/>
          </a:p>
        </p:txBody>
      </p:sp>
    </p:spTree>
    <p:extLst>
      <p:ext uri="{BB962C8B-B14F-4D97-AF65-F5344CB8AC3E}">
        <p14:creationId xmlns:p14="http://schemas.microsoft.com/office/powerpoint/2010/main" val="521097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B218CE-82D1-461E-B6BE-8BAC9203CE76}" type="datetimeFigureOut">
              <a:rPr lang="en-IN" smtClean="0"/>
              <a:t>07-06-2024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562942-6EB5-44AF-86CA-1233D6743455}" type="slidenum">
              <a:rPr lang="en-IN" smtClean="0"/>
              <a:t>‹#›</a:t>
            </a:fld>
            <a:endParaRPr lang="en-IN"/>
          </a:p>
        </p:txBody>
      </p:sp>
    </p:spTree>
    <p:extLst>
      <p:ext uri="{BB962C8B-B14F-4D97-AF65-F5344CB8AC3E}">
        <p14:creationId xmlns:p14="http://schemas.microsoft.com/office/powerpoint/2010/main" val="3489266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EB218CE-82D1-461E-B6BE-8BAC9203CE76}" type="datetimeFigureOut">
              <a:rPr lang="en-IN" smtClean="0"/>
              <a:t>07-06-2024</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5562942-6EB5-44AF-86CA-1233D6743455}"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1931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861AA-B0AD-68AA-574D-441269C68FD3}"/>
              </a:ext>
            </a:extLst>
          </p:cNvPr>
          <p:cNvSpPr>
            <a:spLocks noGrp="1"/>
          </p:cNvSpPr>
          <p:nvPr>
            <p:ph type="ctrTitle"/>
          </p:nvPr>
        </p:nvSpPr>
        <p:spPr/>
        <p:txBody>
          <a:bodyPr/>
          <a:lstStyle/>
          <a:p>
            <a:r>
              <a:rPr lang="en-IN">
                <a:latin typeface="Times New Roman" panose="02020603050405020304" pitchFamily="18" charset="0"/>
                <a:cs typeface="Times New Roman" panose="02020603050405020304" pitchFamily="18" charset="0"/>
              </a:rPr>
              <a:t>IET Review-2</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sz="3600" b="1" dirty="0">
                <a:effectLst/>
                <a:latin typeface="Times New Roman" panose="02020603050405020304" pitchFamily="18" charset="0"/>
                <a:ea typeface="Calibri" panose="020F0502020204030204" pitchFamily="34" charset="0"/>
                <a:cs typeface="Times New Roman" panose="02020603050405020304" pitchFamily="18" charset="0"/>
              </a:rPr>
              <a:t>Grievances Registration and Management System</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9F5C6DF-B0AC-7529-68BB-6C46E6CF68D4}"/>
              </a:ext>
            </a:extLst>
          </p:cNvPr>
          <p:cNvSpPr>
            <a:spLocks noGrp="1"/>
          </p:cNvSpPr>
          <p:nvPr>
            <p:ph type="subTitle" idx="1"/>
          </p:nvPr>
        </p:nvSpPr>
        <p:spPr/>
        <p:txBody>
          <a:bodyPr/>
          <a:lstStyle/>
          <a:p>
            <a:r>
              <a:rPr lang="en-IN" dirty="0"/>
              <a:t>-Hafil. A</a:t>
            </a:r>
          </a:p>
          <a:p>
            <a:r>
              <a:rPr lang="en-IN" dirty="0"/>
              <a:t>-22bct017</a:t>
            </a:r>
          </a:p>
        </p:txBody>
      </p:sp>
    </p:spTree>
    <p:extLst>
      <p:ext uri="{BB962C8B-B14F-4D97-AF65-F5344CB8AC3E}">
        <p14:creationId xmlns:p14="http://schemas.microsoft.com/office/powerpoint/2010/main" val="2157663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A937E2F-59E4-8679-A26D-46AE94846B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0240" y="826531"/>
            <a:ext cx="8575040" cy="5509737"/>
          </a:xfrm>
          <a:prstGeom prst="rect">
            <a:avLst/>
          </a:prstGeom>
        </p:spPr>
      </p:pic>
      <p:sp>
        <p:nvSpPr>
          <p:cNvPr id="3" name="TextBox 2">
            <a:extLst>
              <a:ext uri="{FF2B5EF4-FFF2-40B4-BE49-F238E27FC236}">
                <a16:creationId xmlns:a16="http://schemas.microsoft.com/office/drawing/2014/main" id="{BE758281-2683-5CD5-764E-5BDA1EFA526C}"/>
              </a:ext>
            </a:extLst>
          </p:cNvPr>
          <p:cNvSpPr txBox="1"/>
          <p:nvPr/>
        </p:nvSpPr>
        <p:spPr>
          <a:xfrm>
            <a:off x="3707684" y="131048"/>
            <a:ext cx="5000151" cy="390684"/>
          </a:xfrm>
          <a:prstGeom prst="rect">
            <a:avLst/>
          </a:prstGeom>
          <a:noFill/>
        </p:spPr>
        <p:txBody>
          <a:bodyPr wrap="none" rtlCol="0">
            <a:spAutoFit/>
          </a:bodyPr>
          <a:lstStyle/>
          <a:p>
            <a:pPr>
              <a:lnSpc>
                <a:spcPct val="115000"/>
              </a:lnSpc>
              <a:spcAft>
                <a:spcPts val="10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ENTITY RELATIONSHIP DIAGRAM- ADMIN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78090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3E83786-FED1-7D8F-D059-5AB3BCBAC641}"/>
              </a:ext>
            </a:extLst>
          </p:cNvPr>
          <p:cNvSpPr txBox="1"/>
          <p:nvPr/>
        </p:nvSpPr>
        <p:spPr>
          <a:xfrm>
            <a:off x="3707684" y="131048"/>
            <a:ext cx="5000151" cy="390684"/>
          </a:xfrm>
          <a:prstGeom prst="rect">
            <a:avLst/>
          </a:prstGeom>
          <a:noFill/>
        </p:spPr>
        <p:txBody>
          <a:bodyPr wrap="none" rtlCol="0">
            <a:spAutoFit/>
          </a:bodyPr>
          <a:lstStyle/>
          <a:p>
            <a:pPr>
              <a:lnSpc>
                <a:spcPct val="115000"/>
              </a:lnSpc>
              <a:spcAft>
                <a:spcPts val="10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ENTITY RELATIONSHIP DIAGRAM- ADMIN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73BCD2E9-5C40-C9F5-A432-E83BABBB78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1995" y="860837"/>
            <a:ext cx="6348010" cy="5136325"/>
          </a:xfrm>
          <a:prstGeom prst="rect">
            <a:avLst/>
          </a:prstGeom>
        </p:spPr>
      </p:pic>
      <p:pic>
        <p:nvPicPr>
          <p:cNvPr id="9" name="Picture 8">
            <a:extLst>
              <a:ext uri="{FF2B5EF4-FFF2-40B4-BE49-F238E27FC236}">
                <a16:creationId xmlns:a16="http://schemas.microsoft.com/office/drawing/2014/main" id="{71F78816-11B7-7BE7-59AC-FAB13E5A49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2943" y="704614"/>
            <a:ext cx="6386113" cy="5448772"/>
          </a:xfrm>
          <a:prstGeom prst="rect">
            <a:avLst/>
          </a:prstGeom>
        </p:spPr>
      </p:pic>
    </p:spTree>
    <p:extLst>
      <p:ext uri="{BB962C8B-B14F-4D97-AF65-F5344CB8AC3E}">
        <p14:creationId xmlns:p14="http://schemas.microsoft.com/office/powerpoint/2010/main" val="3375582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51F93C-C9C2-F045-A890-3DA242CE6151}"/>
              </a:ext>
            </a:extLst>
          </p:cNvPr>
          <p:cNvPicPr>
            <a:picLocks noChangeAspect="1"/>
          </p:cNvPicPr>
          <p:nvPr/>
        </p:nvPicPr>
        <p:blipFill>
          <a:blip r:embed="rId2"/>
          <a:stretch>
            <a:fillRect/>
          </a:stretch>
        </p:blipFill>
        <p:spPr>
          <a:xfrm>
            <a:off x="1732941" y="1747645"/>
            <a:ext cx="8726118" cy="2753109"/>
          </a:xfrm>
          <a:prstGeom prst="rect">
            <a:avLst/>
          </a:prstGeom>
        </p:spPr>
      </p:pic>
    </p:spTree>
    <p:extLst>
      <p:ext uri="{BB962C8B-B14F-4D97-AF65-F5344CB8AC3E}">
        <p14:creationId xmlns:p14="http://schemas.microsoft.com/office/powerpoint/2010/main" val="2895943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625041-1CE6-6EF6-A8A4-F24694C389DA}"/>
              </a:ext>
            </a:extLst>
          </p:cNvPr>
          <p:cNvPicPr>
            <a:picLocks noChangeAspect="1"/>
          </p:cNvPicPr>
          <p:nvPr/>
        </p:nvPicPr>
        <p:blipFill>
          <a:blip r:embed="rId2"/>
          <a:stretch>
            <a:fillRect/>
          </a:stretch>
        </p:blipFill>
        <p:spPr>
          <a:xfrm>
            <a:off x="3324842" y="312644"/>
            <a:ext cx="5615958" cy="5887272"/>
          </a:xfrm>
          <a:prstGeom prst="rect">
            <a:avLst/>
          </a:prstGeom>
        </p:spPr>
      </p:pic>
    </p:spTree>
    <p:extLst>
      <p:ext uri="{BB962C8B-B14F-4D97-AF65-F5344CB8AC3E}">
        <p14:creationId xmlns:p14="http://schemas.microsoft.com/office/powerpoint/2010/main" val="2088630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950A51-FE95-C32D-D036-90B3E96310AF}"/>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Module Description</a:t>
            </a:r>
          </a:p>
        </p:txBody>
      </p:sp>
      <p:sp>
        <p:nvSpPr>
          <p:cNvPr id="5" name="Content Placeholder 4">
            <a:extLst>
              <a:ext uri="{FF2B5EF4-FFF2-40B4-BE49-F238E27FC236}">
                <a16:creationId xmlns:a16="http://schemas.microsoft.com/office/drawing/2014/main" id="{437ECDE0-6C3F-A129-788A-1802292A04B3}"/>
              </a:ext>
            </a:extLst>
          </p:cNvPr>
          <p:cNvSpPr>
            <a:spLocks noGrp="1"/>
          </p:cNvSpPr>
          <p:nvPr>
            <p:ph idx="1"/>
          </p:nvPr>
        </p:nvSpPr>
        <p:spPr>
          <a:xfrm>
            <a:off x="1097280" y="1934224"/>
            <a:ext cx="10058400" cy="4023360"/>
          </a:xfrm>
        </p:spPr>
        <p:txBody>
          <a:bodyPr>
            <a:noAutofit/>
          </a:bodyPr>
          <a:lstStyle/>
          <a:p>
            <a:pPr marL="0" indent="0" algn="just" fontAlgn="base">
              <a:lnSpc>
                <a:spcPct val="115000"/>
              </a:lnSpc>
              <a:spcBef>
                <a:spcPts val="0"/>
              </a:spcBef>
              <a:spcAft>
                <a:spcPts val="1000"/>
              </a:spcAft>
              <a:buNone/>
            </a:pPr>
            <a:r>
              <a:rPr lang="en-IN" sz="1800" b="1" dirty="0">
                <a:solidFill>
                  <a:srgbClr val="000000"/>
                </a:solidFill>
                <a:effectLst/>
                <a:highlight>
                  <a:srgbClr val="FFFFFF"/>
                </a:highlight>
                <a:latin typeface="inherit"/>
                <a:ea typeface="Times New Roman" panose="02020603050405020304" pitchFamily="18" charset="0"/>
                <a:cs typeface="Arial" panose="020B0604020202020204" pitchFamily="34" charset="0"/>
              </a:rPr>
              <a:t>System Modules:</a:t>
            </a:r>
            <a:endParaRPr lang="en-IN" sz="24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fontAlgn="base">
              <a:lnSpc>
                <a:spcPct val="100000"/>
              </a:lnSpc>
              <a:spcBef>
                <a:spcPts val="0"/>
              </a:spcBef>
              <a:spcAft>
                <a:spcPts val="1000"/>
              </a:spcAft>
              <a:buNone/>
            </a:pPr>
            <a:r>
              <a:rPr lang="en-IN" sz="1600" b="1" dirty="0">
                <a:solidFill>
                  <a:srgbClr val="000000"/>
                </a:solidFill>
                <a:effectLst/>
                <a:highlight>
                  <a:srgbClr val="FFFFFF"/>
                </a:highlight>
                <a:latin typeface="inherit"/>
                <a:ea typeface="Times New Roman" panose="02020603050405020304" pitchFamily="18" charset="0"/>
                <a:cs typeface="Arial" panose="020B0604020202020204" pitchFamily="34" charset="0"/>
              </a:rPr>
              <a:t>USER</a:t>
            </a:r>
            <a:endParaRPr lang="en-IN" sz="16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lvl="1" algn="just" fontAlgn="base">
              <a:lnSpc>
                <a:spcPct val="100000"/>
              </a:lnSpc>
              <a:spcBef>
                <a:spcPts val="0"/>
              </a:spcBef>
              <a:spcAft>
                <a:spcPts val="750"/>
              </a:spcAft>
              <a:buSzPts val="1000"/>
              <a:buFont typeface="Arial" panose="020B0604020202020204" pitchFamily="34" charset="0"/>
              <a:buChar char="•"/>
              <a:tabLst>
                <a:tab pos="457200" algn="l"/>
              </a:tabLst>
            </a:pPr>
            <a:r>
              <a:rPr lang="en-IN" sz="14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Login</a:t>
            </a:r>
            <a:endParaRPr lang="en-IN" sz="14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lvl="1" algn="just" fontAlgn="base">
              <a:lnSpc>
                <a:spcPct val="100000"/>
              </a:lnSpc>
              <a:spcBef>
                <a:spcPts val="0"/>
              </a:spcBef>
              <a:spcAft>
                <a:spcPts val="750"/>
              </a:spcAft>
              <a:buSzPts val="1000"/>
              <a:buFont typeface="Arial" panose="020B0604020202020204" pitchFamily="34" charset="0"/>
              <a:buChar char="•"/>
              <a:tabLst>
                <a:tab pos="457200" algn="l"/>
              </a:tabLst>
            </a:pPr>
            <a:r>
              <a:rPr lang="en-IN" sz="14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Register</a:t>
            </a:r>
            <a:endParaRPr lang="en-IN" sz="14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lvl="1" algn="just" fontAlgn="base">
              <a:lnSpc>
                <a:spcPct val="100000"/>
              </a:lnSpc>
              <a:spcBef>
                <a:spcPts val="0"/>
              </a:spcBef>
              <a:spcAft>
                <a:spcPts val="750"/>
              </a:spcAft>
              <a:buSzPts val="1000"/>
              <a:buFont typeface="Arial" panose="020B0604020202020204" pitchFamily="34" charset="0"/>
              <a:buChar char="•"/>
              <a:tabLst>
                <a:tab pos="457200" algn="l"/>
              </a:tabLst>
            </a:pPr>
            <a:r>
              <a:rPr lang="en-IN" sz="14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Post Complaint</a:t>
            </a:r>
            <a:endParaRPr lang="en-IN" sz="14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lvl="1" algn="just" fontAlgn="base">
              <a:lnSpc>
                <a:spcPct val="100000"/>
              </a:lnSpc>
              <a:spcBef>
                <a:spcPts val="0"/>
              </a:spcBef>
              <a:spcAft>
                <a:spcPts val="750"/>
              </a:spcAft>
              <a:buSzPts val="1000"/>
              <a:buFont typeface="Arial" panose="020B0604020202020204" pitchFamily="34" charset="0"/>
              <a:buChar char="•"/>
              <a:tabLst>
                <a:tab pos="457200" algn="l"/>
              </a:tabLst>
            </a:pPr>
            <a:r>
              <a:rPr lang="en-IN" sz="14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View complaint status</a:t>
            </a:r>
            <a:endParaRPr lang="en-IN" sz="14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lvl="1" algn="just" fontAlgn="base">
              <a:lnSpc>
                <a:spcPct val="100000"/>
              </a:lnSpc>
              <a:spcBef>
                <a:spcPts val="0"/>
              </a:spcBef>
              <a:spcAft>
                <a:spcPts val="750"/>
              </a:spcAft>
              <a:buSzPts val="1000"/>
              <a:buFont typeface="Arial" panose="020B0604020202020204" pitchFamily="34" charset="0"/>
              <a:buChar char="•"/>
              <a:tabLst>
                <a:tab pos="457200" algn="l"/>
              </a:tabLst>
            </a:pPr>
            <a:r>
              <a:rPr lang="en-IN" sz="14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Feedback</a:t>
            </a:r>
            <a:endParaRPr lang="en-IN" sz="14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lvl="1" algn="just" fontAlgn="base">
              <a:lnSpc>
                <a:spcPct val="100000"/>
              </a:lnSpc>
              <a:spcBef>
                <a:spcPts val="0"/>
              </a:spcBef>
              <a:spcAft>
                <a:spcPts val="1000"/>
              </a:spcAft>
              <a:buSzPts val="1000"/>
              <a:buFont typeface="Arial" panose="020B0604020202020204" pitchFamily="34" charset="0"/>
              <a:buChar char="•"/>
              <a:tabLst>
                <a:tab pos="457200" algn="l"/>
              </a:tabLst>
            </a:pPr>
            <a:r>
              <a:rPr lang="en-IN" sz="14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Get Admin Contact details</a:t>
            </a:r>
            <a:endParaRPr lang="en-IN" sz="14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spcBef>
                <a:spcPts val="0"/>
              </a:spcBef>
              <a:spcAft>
                <a:spcPts val="1000"/>
              </a:spcAft>
              <a:buNone/>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0"/>
              </a:spcBef>
              <a:buNone/>
            </a:pPr>
            <a:endParaRPr lang="en-IN" sz="1400" dirty="0"/>
          </a:p>
        </p:txBody>
      </p:sp>
    </p:spTree>
    <p:extLst>
      <p:ext uri="{BB962C8B-B14F-4D97-AF65-F5344CB8AC3E}">
        <p14:creationId xmlns:p14="http://schemas.microsoft.com/office/powerpoint/2010/main" val="3438237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950A51-FE95-C32D-D036-90B3E96310AF}"/>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Module Description</a:t>
            </a:r>
          </a:p>
        </p:txBody>
      </p:sp>
      <p:sp>
        <p:nvSpPr>
          <p:cNvPr id="5" name="Content Placeholder 4">
            <a:extLst>
              <a:ext uri="{FF2B5EF4-FFF2-40B4-BE49-F238E27FC236}">
                <a16:creationId xmlns:a16="http://schemas.microsoft.com/office/drawing/2014/main" id="{437ECDE0-6C3F-A129-788A-1802292A04B3}"/>
              </a:ext>
            </a:extLst>
          </p:cNvPr>
          <p:cNvSpPr>
            <a:spLocks noGrp="1"/>
          </p:cNvSpPr>
          <p:nvPr>
            <p:ph idx="1"/>
          </p:nvPr>
        </p:nvSpPr>
        <p:spPr>
          <a:xfrm>
            <a:off x="1175938" y="1924392"/>
            <a:ext cx="10058400" cy="4023360"/>
          </a:xfrm>
        </p:spPr>
        <p:txBody>
          <a:bodyPr>
            <a:noAutofit/>
          </a:bodyPr>
          <a:lstStyle/>
          <a:p>
            <a:pPr marL="0" indent="0" algn="just" fontAlgn="base">
              <a:lnSpc>
                <a:spcPct val="115000"/>
              </a:lnSpc>
              <a:spcBef>
                <a:spcPts val="0"/>
              </a:spcBef>
              <a:spcAft>
                <a:spcPts val="1000"/>
              </a:spcAft>
              <a:buNone/>
            </a:pPr>
            <a:r>
              <a:rPr lang="en-IN" sz="1800" b="1" dirty="0">
                <a:solidFill>
                  <a:srgbClr val="000000"/>
                </a:solidFill>
                <a:effectLst/>
                <a:highlight>
                  <a:srgbClr val="FFFFFF"/>
                </a:highlight>
                <a:latin typeface="inherit"/>
                <a:ea typeface="Times New Roman" panose="02020603050405020304" pitchFamily="18" charset="0"/>
                <a:cs typeface="Arial" panose="020B0604020202020204" pitchFamily="34" charset="0"/>
              </a:rPr>
              <a:t>System Modules:</a:t>
            </a:r>
            <a:endParaRPr lang="en-IN" sz="24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fontAlgn="base">
              <a:lnSpc>
                <a:spcPct val="100000"/>
              </a:lnSpc>
              <a:spcBef>
                <a:spcPts val="0"/>
              </a:spcBef>
              <a:spcAft>
                <a:spcPts val="1000"/>
              </a:spcAft>
              <a:buNone/>
            </a:pPr>
            <a:r>
              <a:rPr lang="en-IN" sz="1800" b="1" dirty="0">
                <a:solidFill>
                  <a:srgbClr val="000000"/>
                </a:solidFill>
                <a:effectLst/>
                <a:highlight>
                  <a:srgbClr val="FFFFFF"/>
                </a:highlight>
                <a:latin typeface="inherit"/>
                <a:ea typeface="Times New Roman" panose="02020603050405020304" pitchFamily="18" charset="0"/>
                <a:cs typeface="Arial" panose="020B0604020202020204" pitchFamily="34" charset="0"/>
              </a:rPr>
              <a:t>ADMIN</a:t>
            </a:r>
            <a:endParaRPr lang="en-IN" sz="18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lvl="1" algn="just" fontAlgn="base">
              <a:lnSpc>
                <a:spcPct val="100000"/>
              </a:lnSpc>
              <a:spcBef>
                <a:spcPts val="0"/>
              </a:spcBef>
              <a:spcAft>
                <a:spcPts val="750"/>
              </a:spcAft>
              <a:buSzPts val="1000"/>
              <a:buFont typeface="Arial" panose="020B0604020202020204" pitchFamily="34" charset="0"/>
              <a:buChar char="•"/>
              <a:tabLst>
                <a:tab pos="457200" algn="l"/>
              </a:tabLst>
            </a:pPr>
            <a:r>
              <a:rPr lang="en-IN" sz="1600" dirty="0">
                <a:solidFill>
                  <a:srgbClr val="000000"/>
                </a:solidFill>
                <a:effectLst/>
                <a:highlight>
                  <a:srgbClr val="FFFFFF"/>
                </a:highlight>
                <a:latin typeface="inherit"/>
                <a:ea typeface="Times New Roman" panose="02020603050405020304" pitchFamily="18" charset="0"/>
                <a:cs typeface="Arial" panose="020B0604020202020204" pitchFamily="34" charset="0"/>
              </a:rPr>
              <a:t>The administrator has the full-fledged rights over the GMS.</a:t>
            </a:r>
            <a:endParaRPr lang="en-IN" sz="16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lvl="1" algn="just" fontAlgn="base">
              <a:lnSpc>
                <a:spcPct val="100000"/>
              </a:lnSpc>
              <a:spcBef>
                <a:spcPts val="0"/>
              </a:spcBef>
              <a:spcAft>
                <a:spcPts val="750"/>
              </a:spcAft>
              <a:buSzPts val="1000"/>
              <a:buFont typeface="Arial" panose="020B0604020202020204" pitchFamily="34" charset="0"/>
              <a:buChar char="•"/>
              <a:tabLst>
                <a:tab pos="457200" algn="l"/>
              </a:tabLst>
            </a:pPr>
            <a:r>
              <a:rPr lang="en-IN" sz="1600" dirty="0">
                <a:solidFill>
                  <a:srgbClr val="000000"/>
                </a:solidFill>
                <a:effectLst/>
                <a:highlight>
                  <a:srgbClr val="FFFFFF"/>
                </a:highlight>
                <a:latin typeface="inherit"/>
                <a:ea typeface="Times New Roman" panose="02020603050405020304" pitchFamily="18" charset="0"/>
                <a:cs typeface="Arial" panose="020B0604020202020204" pitchFamily="34" charset="0"/>
              </a:rPr>
              <a:t>Can create/delete an account.</a:t>
            </a:r>
            <a:endParaRPr lang="en-IN" sz="16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lvl="1" algn="just" fontAlgn="base">
              <a:lnSpc>
                <a:spcPct val="100000"/>
              </a:lnSpc>
              <a:spcBef>
                <a:spcPts val="0"/>
              </a:spcBef>
              <a:spcAft>
                <a:spcPts val="750"/>
              </a:spcAft>
              <a:buSzPts val="1000"/>
              <a:buFont typeface="Arial" panose="020B0604020202020204" pitchFamily="34" charset="0"/>
              <a:buChar char="•"/>
              <a:tabLst>
                <a:tab pos="457200" algn="l"/>
              </a:tabLst>
            </a:pPr>
            <a:r>
              <a:rPr lang="en-IN" sz="1600" dirty="0">
                <a:solidFill>
                  <a:srgbClr val="000000"/>
                </a:solidFill>
                <a:effectLst/>
                <a:highlight>
                  <a:srgbClr val="FFFFFF"/>
                </a:highlight>
                <a:latin typeface="inherit"/>
                <a:ea typeface="Times New Roman" panose="02020603050405020304" pitchFamily="18" charset="0"/>
                <a:cs typeface="Arial" panose="020B0604020202020204" pitchFamily="34" charset="0"/>
              </a:rPr>
              <a:t>Can view the accounts.</a:t>
            </a:r>
            <a:endParaRPr lang="en-IN" sz="16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lvl="1" algn="just" fontAlgn="base">
              <a:lnSpc>
                <a:spcPct val="100000"/>
              </a:lnSpc>
              <a:spcBef>
                <a:spcPts val="0"/>
              </a:spcBef>
              <a:spcAft>
                <a:spcPts val="750"/>
              </a:spcAft>
              <a:buSzPts val="1000"/>
              <a:buFont typeface="Arial" panose="020B0604020202020204" pitchFamily="34" charset="0"/>
              <a:buChar char="•"/>
              <a:tabLst>
                <a:tab pos="457200" algn="l"/>
              </a:tabLst>
            </a:pPr>
            <a:r>
              <a:rPr lang="en-IN" sz="1600" dirty="0">
                <a:solidFill>
                  <a:srgbClr val="000000"/>
                </a:solidFill>
                <a:effectLst/>
                <a:highlight>
                  <a:srgbClr val="FFFFFF"/>
                </a:highlight>
                <a:latin typeface="inherit"/>
                <a:ea typeface="Times New Roman" panose="02020603050405020304" pitchFamily="18" charset="0"/>
                <a:cs typeface="Arial" panose="020B0604020202020204" pitchFamily="34" charset="0"/>
              </a:rPr>
              <a:t>Can change the password.</a:t>
            </a:r>
            <a:endParaRPr lang="en-IN" sz="16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lvl="1" algn="just" fontAlgn="base">
              <a:lnSpc>
                <a:spcPct val="100000"/>
              </a:lnSpc>
              <a:spcBef>
                <a:spcPts val="0"/>
              </a:spcBef>
              <a:spcAft>
                <a:spcPts val="1000"/>
              </a:spcAft>
              <a:buSzPts val="1000"/>
              <a:buFont typeface="Arial" panose="020B0604020202020204" pitchFamily="34" charset="0"/>
              <a:buChar char="•"/>
              <a:tabLst>
                <a:tab pos="457200" algn="l"/>
              </a:tabLst>
            </a:pPr>
            <a:r>
              <a:rPr lang="en-IN" sz="1600" dirty="0">
                <a:solidFill>
                  <a:srgbClr val="000000"/>
                </a:solidFill>
                <a:effectLst/>
                <a:highlight>
                  <a:srgbClr val="FFFFFF"/>
                </a:highlight>
                <a:latin typeface="inherit"/>
                <a:ea typeface="Times New Roman" panose="02020603050405020304" pitchFamily="18" charset="0"/>
                <a:cs typeface="Arial" panose="020B0604020202020204" pitchFamily="34" charset="0"/>
              </a:rPr>
              <a:t>Insert the information available on GMS.</a:t>
            </a:r>
            <a:endParaRPr lang="en-IN" sz="16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spcBef>
                <a:spcPts val="0"/>
              </a:spcBef>
              <a:spcAft>
                <a:spcPts val="1000"/>
              </a:spcAft>
              <a:buNone/>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0"/>
              </a:spcBef>
              <a:buNone/>
            </a:pPr>
            <a:endParaRPr lang="en-IN" sz="1400" dirty="0"/>
          </a:p>
        </p:txBody>
      </p:sp>
    </p:spTree>
    <p:extLst>
      <p:ext uri="{BB962C8B-B14F-4D97-AF65-F5344CB8AC3E}">
        <p14:creationId xmlns:p14="http://schemas.microsoft.com/office/powerpoint/2010/main" val="272067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C3FFA-20E2-D159-CC54-0AFCFCE73582}"/>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Module Description</a:t>
            </a:r>
          </a:p>
        </p:txBody>
      </p:sp>
      <p:sp>
        <p:nvSpPr>
          <p:cNvPr id="3" name="Content Placeholder 2">
            <a:extLst>
              <a:ext uri="{FF2B5EF4-FFF2-40B4-BE49-F238E27FC236}">
                <a16:creationId xmlns:a16="http://schemas.microsoft.com/office/drawing/2014/main" id="{3C443C86-1934-FFE1-7570-89F53056245B}"/>
              </a:ext>
            </a:extLst>
          </p:cNvPr>
          <p:cNvSpPr>
            <a:spLocks noGrp="1"/>
          </p:cNvSpPr>
          <p:nvPr>
            <p:ph idx="1"/>
          </p:nvPr>
        </p:nvSpPr>
        <p:spPr>
          <a:xfrm>
            <a:off x="1097280" y="1845734"/>
            <a:ext cx="10058400" cy="4024124"/>
          </a:xfrm>
        </p:spPr>
        <p:txBody>
          <a:bodyPr>
            <a:noAutofit/>
          </a:bodyPr>
          <a:lstStyle/>
          <a:p>
            <a:pPr marL="0" indent="0" fontAlgn="base">
              <a:lnSpc>
                <a:spcPct val="120000"/>
              </a:lnSpc>
              <a:spcBef>
                <a:spcPts val="0"/>
              </a:spcBef>
              <a:spcAft>
                <a:spcPts val="1000"/>
              </a:spcAft>
              <a:buNone/>
            </a:pPr>
            <a:r>
              <a:rPr lang="en-IN" sz="1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Login Module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fontAlgn="base">
              <a:lnSpc>
                <a:spcPct val="120000"/>
              </a:lnSpc>
              <a:spcBef>
                <a:spcPts val="0"/>
              </a:spcBef>
              <a:spcAft>
                <a:spcPts val="1500"/>
              </a:spcAft>
              <a:buNone/>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main activities in the application are the user login page for user. The other modules are followed by this login page. This module records only user and password of the user.</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fontAlgn="base">
              <a:lnSpc>
                <a:spcPct val="120000"/>
              </a:lnSpc>
              <a:spcBef>
                <a:spcPts val="0"/>
              </a:spcBef>
              <a:spcAft>
                <a:spcPts val="1000"/>
              </a:spcAft>
              <a:buNone/>
            </a:pPr>
            <a:r>
              <a:rPr lang="en-IN" sz="1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Registration Module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fontAlgn="base">
              <a:lnSpc>
                <a:spcPct val="120000"/>
              </a:lnSpc>
              <a:spcBef>
                <a:spcPts val="0"/>
              </a:spcBef>
              <a:spcAft>
                <a:spcPts val="1500"/>
              </a:spcAft>
              <a:buNone/>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Another main function of our proposed system is registration, in order to register with the unique application details such as name; password, email, place and time are required.</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fontAlgn="base">
              <a:lnSpc>
                <a:spcPct val="120000"/>
              </a:lnSpc>
              <a:spcBef>
                <a:spcPts val="0"/>
              </a:spcBef>
              <a:spcAft>
                <a:spcPts val="1000"/>
              </a:spcAft>
              <a:buNone/>
            </a:pPr>
            <a:r>
              <a:rPr lang="en-IN" sz="1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USER</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fontAlgn="base">
              <a:lnSpc>
                <a:spcPct val="120000"/>
              </a:lnSpc>
              <a:spcBef>
                <a:spcPts val="0"/>
              </a:spcBef>
              <a:spcAft>
                <a:spcPts val="1000"/>
              </a:spcAft>
              <a:buSzPts val="1000"/>
              <a:buNone/>
              <a:tabLst>
                <a:tab pos="457200" algn="l"/>
              </a:tabLst>
            </a:pPr>
            <a:r>
              <a:rPr lang="en-IN" sz="1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Post Complaint</a:t>
            </a:r>
            <a:r>
              <a:rPr lang="en-IN" sz="1200" b="1"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User posts their complaint through this application. That is they can’t get water regular manner in their area and about the problem description.</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fontAlgn="base">
              <a:lnSpc>
                <a:spcPct val="120000"/>
              </a:lnSpc>
              <a:spcBef>
                <a:spcPts val="0"/>
              </a:spcBef>
              <a:spcAft>
                <a:spcPts val="1000"/>
              </a:spcAft>
              <a:buSzPts val="1000"/>
              <a:buNone/>
              <a:tabLst>
                <a:tab pos="457200" algn="l"/>
              </a:tabLst>
            </a:pPr>
            <a:r>
              <a:rPr lang="en-IN" sz="1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View Status</a:t>
            </a:r>
            <a:r>
              <a:rPr lang="en-IN" sz="1200" b="1"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User views the status about their complaint.</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fontAlgn="base">
              <a:lnSpc>
                <a:spcPct val="120000"/>
              </a:lnSpc>
              <a:spcBef>
                <a:spcPts val="0"/>
              </a:spcBef>
              <a:spcAft>
                <a:spcPts val="1000"/>
              </a:spcAft>
              <a:buSzPts val="1000"/>
              <a:buNone/>
              <a:tabLst>
                <a:tab pos="457200" algn="l"/>
              </a:tabLst>
            </a:pPr>
            <a:r>
              <a:rPr lang="en-IN" sz="1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Feedback</a:t>
            </a:r>
            <a:r>
              <a:rPr lang="en-IN" sz="1200" b="1"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User gives the feedback about the actions taken on the registered complaints.</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fontAlgn="base">
              <a:lnSpc>
                <a:spcPct val="120000"/>
              </a:lnSpc>
              <a:spcBef>
                <a:spcPts val="0"/>
              </a:spcBef>
              <a:spcAft>
                <a:spcPts val="1000"/>
              </a:spcAft>
              <a:buSzPts val="1000"/>
              <a:buNone/>
              <a:tabLst>
                <a:tab pos="457200" algn="l"/>
              </a:tabLst>
            </a:pPr>
            <a:r>
              <a:rPr lang="en-IN" sz="1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Get Admin Contact Details</a:t>
            </a:r>
            <a:r>
              <a:rPr lang="en-IN" sz="1200" b="1"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User views the status about their complaint.</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fontAlgn="base">
              <a:lnSpc>
                <a:spcPct val="120000"/>
              </a:lnSpc>
              <a:spcBef>
                <a:spcPts val="0"/>
              </a:spcBef>
              <a:spcAft>
                <a:spcPts val="1000"/>
              </a:spcAft>
              <a:buNone/>
            </a:pPr>
            <a:r>
              <a:rPr lang="en-IN" sz="1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4216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C3FFA-20E2-D159-CC54-0AFCFCE73582}"/>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Module Description</a:t>
            </a:r>
          </a:p>
        </p:txBody>
      </p:sp>
      <p:sp>
        <p:nvSpPr>
          <p:cNvPr id="3" name="Content Placeholder 2">
            <a:extLst>
              <a:ext uri="{FF2B5EF4-FFF2-40B4-BE49-F238E27FC236}">
                <a16:creationId xmlns:a16="http://schemas.microsoft.com/office/drawing/2014/main" id="{3C443C86-1934-FFE1-7570-89F53056245B}"/>
              </a:ext>
            </a:extLst>
          </p:cNvPr>
          <p:cNvSpPr>
            <a:spLocks noGrp="1"/>
          </p:cNvSpPr>
          <p:nvPr>
            <p:ph idx="1"/>
          </p:nvPr>
        </p:nvSpPr>
        <p:spPr>
          <a:xfrm>
            <a:off x="1097280" y="1936954"/>
            <a:ext cx="10058400" cy="3932903"/>
          </a:xfrm>
        </p:spPr>
        <p:txBody>
          <a:bodyPr>
            <a:noAutofit/>
          </a:bodyPr>
          <a:lstStyle/>
          <a:p>
            <a:pPr marL="0" indent="0" fontAlgn="base">
              <a:lnSpc>
                <a:spcPct val="120000"/>
              </a:lnSpc>
              <a:spcBef>
                <a:spcPts val="0"/>
              </a:spcBef>
              <a:spcAft>
                <a:spcPts val="1000"/>
              </a:spcAft>
              <a:buNone/>
            </a:pPr>
            <a:r>
              <a:rPr lang="en-IN" sz="1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ADMIN</a:t>
            </a:r>
            <a:endParaRPr lang="en-IN" sz="12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0" indent="0" fontAlgn="base">
              <a:lnSpc>
                <a:spcPct val="120000"/>
              </a:lnSpc>
              <a:spcBef>
                <a:spcPts val="0"/>
              </a:spcBef>
              <a:spcAft>
                <a:spcPts val="1000"/>
              </a:spcAft>
              <a:buNone/>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fontAlgn="base">
              <a:lnSpc>
                <a:spcPct val="120000"/>
              </a:lnSpc>
              <a:spcBef>
                <a:spcPts val="0"/>
              </a:spcBef>
              <a:spcAft>
                <a:spcPts val="1000"/>
              </a:spcAft>
              <a:buSzPts val="1000"/>
              <a:buNone/>
              <a:tabLst>
                <a:tab pos="457200" algn="l"/>
              </a:tabLst>
            </a:pPr>
            <a:r>
              <a:rPr lang="en-IN" sz="1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View Complaint</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fontAlgn="base">
              <a:lnSpc>
                <a:spcPct val="120000"/>
              </a:lnSpc>
              <a:spcBef>
                <a:spcPts val="0"/>
              </a:spcBef>
              <a:spcAft>
                <a:spcPts val="1500"/>
              </a:spcAft>
              <a:buNone/>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IN" sz="1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admin</a:t>
            </a: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views the complaint details posted by the users.</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fontAlgn="base">
              <a:lnSpc>
                <a:spcPct val="120000"/>
              </a:lnSpc>
              <a:spcBef>
                <a:spcPts val="0"/>
              </a:spcBef>
              <a:spcAft>
                <a:spcPts val="1000"/>
              </a:spcAft>
              <a:buSzPts val="1000"/>
              <a:buNone/>
              <a:tabLst>
                <a:tab pos="457200" algn="l"/>
              </a:tabLst>
            </a:pPr>
            <a:r>
              <a:rPr lang="en-IN" sz="1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Update Status</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fontAlgn="base">
              <a:lnSpc>
                <a:spcPct val="120000"/>
              </a:lnSpc>
              <a:spcBef>
                <a:spcPts val="0"/>
              </a:spcBef>
              <a:spcAft>
                <a:spcPts val="1500"/>
              </a:spcAft>
              <a:buNone/>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IN" sz="12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admin</a:t>
            </a: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updates the status for the user.</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fontAlgn="base">
              <a:lnSpc>
                <a:spcPct val="120000"/>
              </a:lnSpc>
              <a:spcBef>
                <a:spcPts val="0"/>
              </a:spcBef>
              <a:spcAft>
                <a:spcPts val="1000"/>
              </a:spcAft>
              <a:buSzPts val="1000"/>
              <a:buNone/>
              <a:tabLst>
                <a:tab pos="457200" algn="l"/>
              </a:tabLst>
            </a:pPr>
            <a:r>
              <a:rPr lang="en-IN" sz="1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Update completed proof</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fontAlgn="base">
              <a:lnSpc>
                <a:spcPct val="120000"/>
              </a:lnSpc>
              <a:spcBef>
                <a:spcPts val="0"/>
              </a:spcBef>
              <a:spcAft>
                <a:spcPts val="1000"/>
              </a:spcAft>
              <a:buNone/>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admin updates the photo proof of work</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fontAlgn="base">
              <a:lnSpc>
                <a:spcPct val="120000"/>
              </a:lnSpc>
              <a:spcBef>
                <a:spcPts val="0"/>
              </a:spcBef>
              <a:spcAft>
                <a:spcPts val="1000"/>
              </a:spcAft>
              <a:buNone/>
            </a:pPr>
            <a:r>
              <a:rPr lang="en-IN" sz="12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0076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405295-3BF7-B9DC-4BF3-5A0FFA5CE5DE}"/>
              </a:ext>
            </a:extLst>
          </p:cNvPr>
          <p:cNvSpPr txBox="1"/>
          <p:nvPr/>
        </p:nvSpPr>
        <p:spPr>
          <a:xfrm>
            <a:off x="4232787" y="2459504"/>
            <a:ext cx="3726426" cy="193899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6000" b="1" dirty="0">
                <a:ln w="22225">
                  <a:solidFill>
                    <a:schemeClr val="accent2"/>
                  </a:solidFill>
                  <a:prstDash val="solid"/>
                </a:ln>
                <a:solidFill>
                  <a:schemeClr val="accent2">
                    <a:lumMod val="40000"/>
                    <a:lumOff val="60000"/>
                  </a:schemeClr>
                </a:solidFill>
              </a:rPr>
              <a:t>THANK</a:t>
            </a:r>
          </a:p>
          <a:p>
            <a:pPr lvl="1"/>
            <a:r>
              <a:rPr lang="en-IN" sz="6000" b="1" dirty="0">
                <a:ln w="22225">
                  <a:solidFill>
                    <a:schemeClr val="accent2"/>
                  </a:solidFill>
                  <a:prstDash val="solid"/>
                </a:ln>
                <a:solidFill>
                  <a:schemeClr val="accent2">
                    <a:lumMod val="40000"/>
                    <a:lumOff val="60000"/>
                  </a:schemeClr>
                </a:solidFill>
              </a:rPr>
              <a:t>         YOU</a:t>
            </a:r>
          </a:p>
        </p:txBody>
      </p:sp>
    </p:spTree>
    <p:extLst>
      <p:ext uri="{BB962C8B-B14F-4D97-AF65-F5344CB8AC3E}">
        <p14:creationId xmlns:p14="http://schemas.microsoft.com/office/powerpoint/2010/main" val="21346091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158</TotalTime>
  <Words>266</Words>
  <Application>Microsoft Office PowerPoint</Application>
  <PresentationFormat>Widescreen</PresentationFormat>
  <Paragraphs>45</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inherit</vt:lpstr>
      <vt:lpstr>Times New Roman</vt:lpstr>
      <vt:lpstr>Retrospect</vt:lpstr>
      <vt:lpstr>IET Review-2  Grievances Registration and Management System</vt:lpstr>
      <vt:lpstr>PowerPoint Presentation</vt:lpstr>
      <vt:lpstr>PowerPoint Presentation</vt:lpstr>
      <vt:lpstr>PowerPoint Presentation</vt:lpstr>
      <vt:lpstr>PowerPoint Presentation</vt:lpstr>
      <vt:lpstr>Module Description</vt:lpstr>
      <vt:lpstr>Module Description</vt:lpstr>
      <vt:lpstr>Module Description</vt:lpstr>
      <vt:lpstr>Module Description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IET Review-2</dc:title>
  <dc:creator>Hafil A</dc:creator>
  <cp:lastModifiedBy>Hafil A</cp:lastModifiedBy>
  <cp:revision>2</cp:revision>
  <dcterms:created xsi:type="dcterms:W3CDTF">2024-05-23T12:40:27Z</dcterms:created>
  <dcterms:modified xsi:type="dcterms:W3CDTF">2024-06-07T06:23:18Z</dcterms:modified>
</cp:coreProperties>
</file>